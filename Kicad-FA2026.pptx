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BDF2F1-FF93-4CC2-85AA-EE8A473FDC22}">
  <a:tblStyle styleId="{E5BDF2F1-FF93-4CC2-85AA-EE8A473FDC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68252498d38e2815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68252498d38e2815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4415cebd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4415cebd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4415cebd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4415cebd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4415cebd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4415cebd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8f094e9d2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8f094e9d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8f094e9d2_8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8f094e9d2_8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555eda98ec6ee2f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555eda98ec6ee2f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4415cebdb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4415cebd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4159b904a89e62b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4159b904a89e62b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8f094e9d2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8f094e9d2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555eda98ec6ee2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h555eda98ec6ee2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555eda98ec6ee2f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h555eda98ec6ee2f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555eda98ec6ee2f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555eda98ec6ee2f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4159b904a89e62b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h4159b904a89e62b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4159b904a89e62b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h4159b904a89e62b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4159b904a89e62b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h4159b904a89e62b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4159b904a89e62b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h4159b904a89e62b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psuieee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18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3626700"/>
            <a:ext cx="9144000" cy="15168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0" y="1351025"/>
            <a:ext cx="9144000" cy="15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314CB0"/>
                </a:solidFill>
              </a:rPr>
              <a:t>KiCad Workshop</a:t>
            </a:r>
            <a:endParaRPr sz="5000">
              <a:solidFill>
                <a:srgbClr val="314CB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4102000"/>
            <a:ext cx="91440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Go to </a:t>
            </a:r>
            <a:r>
              <a:rPr lang="en" sz="250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https://github.com/psuieee</a:t>
            </a:r>
            <a:r>
              <a:rPr lang="en" sz="2500">
                <a:solidFill>
                  <a:schemeClr val="lt1"/>
                </a:solidFill>
              </a:rPr>
              <a:t> for completed files</a:t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0" y="4487325"/>
            <a:ext cx="9144000" cy="6564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155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314CB0"/>
                </a:solidFill>
              </a:rPr>
              <a:t>Attendance</a:t>
            </a:r>
            <a:endParaRPr>
              <a:solidFill>
                <a:srgbClr val="314CB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14CB0"/>
              </a:solidFill>
            </a:endParaRPr>
          </a:p>
        </p:txBody>
      </p:sp>
      <p:pic>
        <p:nvPicPr>
          <p:cNvPr id="63" name="Google Shape;63;p14" title="adobe-express-qr-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4888" y="844638"/>
            <a:ext cx="3454225" cy="345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0" y="4487325"/>
            <a:ext cx="9144000" cy="6564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</a:rPr>
              <a:t>Open Schematic Editor</a:t>
            </a:r>
            <a:endParaRPr sz="2500">
              <a:solidFill>
                <a:srgbClr val="FFFFFF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7825" y="1118050"/>
            <a:ext cx="4748360" cy="31648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 flipH="1">
            <a:off x="3327875" y="1225575"/>
            <a:ext cx="1102200" cy="4302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7825" y="1118050"/>
            <a:ext cx="4748349" cy="3164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/>
          <p:nvPr/>
        </p:nvSpPr>
        <p:spPr>
          <a:xfrm>
            <a:off x="2145050" y="1207650"/>
            <a:ext cx="1398000" cy="3495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155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314CB0"/>
                </a:solidFill>
              </a:rPr>
              <a:t>Create a project</a:t>
            </a:r>
            <a:endParaRPr>
              <a:solidFill>
                <a:srgbClr val="314CB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14CB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7825" y="1118050"/>
            <a:ext cx="4748360" cy="31648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/>
          <p:nvPr/>
        </p:nvSpPr>
        <p:spPr>
          <a:xfrm flipH="1">
            <a:off x="3327875" y="1225575"/>
            <a:ext cx="1102200" cy="4302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0" y="4487325"/>
            <a:ext cx="9144000" cy="6564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155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14CB0"/>
                </a:solidFill>
              </a:rPr>
              <a:t>Open Schematic Editor</a:t>
            </a:r>
            <a:endParaRPr>
              <a:solidFill>
                <a:srgbClr val="314CB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/>
          <p:nvPr/>
        </p:nvSpPr>
        <p:spPr>
          <a:xfrm>
            <a:off x="0" y="4487325"/>
            <a:ext cx="9144000" cy="6564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</a:rPr>
              <a:t>Shortcut (A)</a:t>
            </a:r>
            <a:endParaRPr sz="2500">
              <a:solidFill>
                <a:srgbClr val="FFFFFF"/>
              </a:solidFill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7825" y="1118050"/>
            <a:ext cx="4748360" cy="316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/>
          <p:nvPr/>
        </p:nvSpPr>
        <p:spPr>
          <a:xfrm flipH="1">
            <a:off x="3327875" y="1225575"/>
            <a:ext cx="1102200" cy="4302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7825" y="1120374"/>
            <a:ext cx="4748349" cy="31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/>
          <p:nvPr/>
        </p:nvSpPr>
        <p:spPr>
          <a:xfrm>
            <a:off x="6697150" y="1646750"/>
            <a:ext cx="358500" cy="3405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</a:endParaRPr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155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314CB0"/>
                </a:solidFill>
              </a:rPr>
              <a:t>Place Symbols</a:t>
            </a:r>
            <a:endParaRPr>
              <a:solidFill>
                <a:srgbClr val="314CB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14CB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155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14CB0"/>
                </a:solidFill>
              </a:rPr>
              <a:t>Required Symbols</a:t>
            </a:r>
            <a:endParaRPr>
              <a:solidFill>
                <a:srgbClr val="314CB0"/>
              </a:solidFill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0" y="4487325"/>
            <a:ext cx="9144000" cy="6564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</a:rPr>
              <a:t>Shortcut (A)</a:t>
            </a:r>
            <a:endParaRPr sz="2500">
              <a:solidFill>
                <a:srgbClr val="FFFFFF"/>
              </a:solidFill>
            </a:endParaRPr>
          </a:p>
        </p:txBody>
      </p:sp>
      <p:graphicFrame>
        <p:nvGraphicFramePr>
          <p:cNvPr id="98" name="Google Shape;98;p18"/>
          <p:cNvGraphicFramePr/>
          <p:nvPr/>
        </p:nvGraphicFramePr>
        <p:xfrm>
          <a:off x="952500" y="72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{E5BDF2F1-FF93-4CC2-85AA-EE8A473FDC22}</a:tableStyleId>
              </a:tblPr>
              <a:tblGrid>
                <a:gridCol w="3619500"/>
                <a:gridCol w="3619500"/>
              </a:tblGrid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Symbol Name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Details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R_US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330 (x2), 10k ohm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C_Polarized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 uF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Thermistor_PTC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5k ohm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Battery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5V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AMS1117-5.0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LED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x2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R_Potentiometer_Trim_US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5k ohm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LM358 (Unit A &amp; C)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0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Buzzer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PWR_Flag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x2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/>
          <p:nvPr/>
        </p:nvSpPr>
        <p:spPr>
          <a:xfrm>
            <a:off x="0" y="4487325"/>
            <a:ext cx="9144000" cy="6564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</a:rPr>
              <a:t>Shortcut (W)</a:t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155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314CB0"/>
                </a:solidFill>
              </a:rPr>
              <a:t>Align Components &amp; Wiring</a:t>
            </a:r>
            <a:endParaRPr>
              <a:solidFill>
                <a:srgbClr val="314CB0"/>
              </a:solidFill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8275" y="844638"/>
            <a:ext cx="5167462" cy="345422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/>
          <p:nvPr/>
        </p:nvSpPr>
        <p:spPr>
          <a:xfrm>
            <a:off x="6879075" y="1729450"/>
            <a:ext cx="358500" cy="3405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</a:endParaRPr>
          </a:p>
        </p:txBody>
      </p:sp>
      <p:sp>
        <p:nvSpPr>
          <p:cNvPr id="107" name="Google Shape;107;p19"/>
          <p:cNvSpPr txBox="1"/>
          <p:nvPr>
            <p:ph type="title"/>
          </p:nvPr>
        </p:nvSpPr>
        <p:spPr>
          <a:xfrm>
            <a:off x="7328700" y="1613350"/>
            <a:ext cx="150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FF0000"/>
                </a:solidFill>
              </a:rPr>
              <a:t>Wire tab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/>
          <p:nvPr/>
        </p:nvSpPr>
        <p:spPr>
          <a:xfrm>
            <a:off x="0" y="4487325"/>
            <a:ext cx="9144000" cy="6564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155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314CB0"/>
                </a:solidFill>
              </a:rPr>
              <a:t>Circuit Diagram</a:t>
            </a:r>
            <a:endParaRPr>
              <a:solidFill>
                <a:srgbClr val="314CB0"/>
              </a:solidFill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 rotWithShape="1">
          <a:blip r:embed="rId3">
            <a:alphaModFix/>
          </a:blip>
          <a:srcRect b="24682" l="24006" r="20986" t="30236"/>
          <a:stretch/>
        </p:blipFill>
        <p:spPr>
          <a:xfrm>
            <a:off x="1750324" y="959275"/>
            <a:ext cx="5643351" cy="309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7825" y="1118050"/>
            <a:ext cx="4748360" cy="316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/>
          <p:nvPr/>
        </p:nvSpPr>
        <p:spPr>
          <a:xfrm flipH="1">
            <a:off x="3327875" y="1225575"/>
            <a:ext cx="1102200" cy="4302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7825" y="1118050"/>
            <a:ext cx="4748349" cy="31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7825" y="1130625"/>
            <a:ext cx="4748349" cy="315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97825" y="1118050"/>
            <a:ext cx="4748360" cy="316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/>
          <p:nvPr/>
        </p:nvSpPr>
        <p:spPr>
          <a:xfrm>
            <a:off x="2781275" y="2184400"/>
            <a:ext cx="1102200" cy="2508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97820" y="1130624"/>
            <a:ext cx="4748349" cy="316479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/>
          <p:nvPr/>
        </p:nvSpPr>
        <p:spPr>
          <a:xfrm>
            <a:off x="6249100" y="1261425"/>
            <a:ext cx="268800" cy="2508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/>
          <p:nvPr/>
        </p:nvSpPr>
        <p:spPr>
          <a:xfrm>
            <a:off x="0" y="4487325"/>
            <a:ext cx="9144000" cy="6564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155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314CB0"/>
                </a:solidFill>
              </a:rPr>
              <a:t>Adding Footprints</a:t>
            </a:r>
            <a:endParaRPr>
              <a:solidFill>
                <a:srgbClr val="314CB0"/>
              </a:solidFill>
            </a:endParaRPr>
          </a:p>
        </p:txBody>
      </p:sp>
      <p:pic>
        <p:nvPicPr>
          <p:cNvPr id="129" name="Google Shape;12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88275" y="844638"/>
            <a:ext cx="5167462" cy="345422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1"/>
          <p:cNvSpPr/>
          <p:nvPr/>
        </p:nvSpPr>
        <p:spPr>
          <a:xfrm>
            <a:off x="6435150" y="1010625"/>
            <a:ext cx="268800" cy="2508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/>
          <p:nvPr/>
        </p:nvSpPr>
        <p:spPr>
          <a:xfrm>
            <a:off x="0" y="4487325"/>
            <a:ext cx="9144000" cy="6564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155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314CB0"/>
                </a:solidFill>
              </a:rPr>
              <a:t>Same Device, Different Footprint</a:t>
            </a:r>
            <a:endParaRPr>
              <a:solidFill>
                <a:srgbClr val="314CB0"/>
              </a:solidFill>
            </a:endParaRPr>
          </a:p>
        </p:txBody>
      </p:sp>
      <p:pic>
        <p:nvPicPr>
          <p:cNvPr id="137" name="Google Shape;13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00" y="2571751"/>
            <a:ext cx="1929451" cy="156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 rotWithShape="1">
          <a:blip r:embed="rId4">
            <a:alphaModFix/>
          </a:blip>
          <a:srcRect b="0" l="0" r="0" t="8542"/>
          <a:stretch/>
        </p:blipFill>
        <p:spPr>
          <a:xfrm>
            <a:off x="69000" y="886125"/>
            <a:ext cx="1929449" cy="16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8853" y="2571750"/>
            <a:ext cx="5177819" cy="156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/>
          <p:cNvPicPr preferRelativeResize="0"/>
          <p:nvPr/>
        </p:nvPicPr>
        <p:blipFill rotWithShape="1">
          <a:blip r:embed="rId6">
            <a:alphaModFix/>
          </a:blip>
          <a:srcRect b="11584" l="0" r="0" t="18928"/>
          <a:stretch/>
        </p:blipFill>
        <p:spPr>
          <a:xfrm>
            <a:off x="2058852" y="886125"/>
            <a:ext cx="5177826" cy="168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97075" y="2585075"/>
            <a:ext cx="1737174" cy="153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97075" y="886125"/>
            <a:ext cx="1737175" cy="168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/>
          <p:nvPr/>
        </p:nvSpPr>
        <p:spPr>
          <a:xfrm>
            <a:off x="0" y="4487325"/>
            <a:ext cx="9144000" cy="6564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148" name="Google Shape;148;p23"/>
          <p:cNvSpPr txBox="1"/>
          <p:nvPr>
            <p:ph type="title"/>
          </p:nvPr>
        </p:nvSpPr>
        <p:spPr>
          <a:xfrm>
            <a:off x="311700" y="155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314CB0"/>
                </a:solidFill>
              </a:rPr>
              <a:t>Adding Footprints</a:t>
            </a:r>
            <a:endParaRPr>
              <a:solidFill>
                <a:srgbClr val="314CB0"/>
              </a:solidFill>
            </a:endParaRPr>
          </a:p>
        </p:txBody>
      </p:sp>
      <p:graphicFrame>
        <p:nvGraphicFramePr>
          <p:cNvPr id="149" name="Google Shape;149;p23"/>
          <p:cNvGraphicFramePr/>
          <p:nvPr/>
        </p:nvGraphicFramePr>
        <p:xfrm>
          <a:off x="311700" y="80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{E5BDF2F1-FF93-4CC2-85AA-EE8A473FDC22}</a:tableStyleId>
              </a:tblPr>
              <a:tblGrid>
                <a:gridCol w="988775"/>
                <a:gridCol w="3018525"/>
              </a:tblGrid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Symbol Name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Footprint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BT1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Connector_PinHeader_2.54mm:PinHeader_1x02_P2.54mm_Vertical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BZ1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Buzzer_Beeper:Buzzer_12x9.5RM7.6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Capacitor_SMD:C_1812_4532Metric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LED_THT:LED_D5.0mm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LED_THT:LED_D5.0mm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Resistor_THT:R_Axial_DIN0207_L6.3mm_D2.5mm_P10.16mm_Horizontal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0" name="Google Shape;150;p23"/>
          <p:cNvGraphicFramePr/>
          <p:nvPr/>
        </p:nvGraphicFramePr>
        <p:xfrm>
          <a:off x="4825000" y="80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{E5BDF2F1-FF93-4CC2-85AA-EE8A473FDC22}</a:tableStyleId>
              </a:tblPr>
              <a:tblGrid>
                <a:gridCol w="988775"/>
                <a:gridCol w="3018525"/>
              </a:tblGrid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Symbol Name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Footprint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Resistor_THT:R_Axial_DIN0207_L6.3mm_D2.5mm_P10.16mm_Horizontal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Resistor_THT:R_Axial_DIN0207_L6.3mm_D2.5mm_P10.16mm_Horizontal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RV1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Potentiometer_THT:Potentiometer_Piher_PT-10-V05_Vertical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TH1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Connector_PinHeader_2.54mm:PinHeader_1x02_P2.54mm_Vertical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U1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Package_DIP:DIP-8_W7.62mm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Package_TO_SOT_SMD:SOT-223-3_TabPin2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/>
          <p:nvPr/>
        </p:nvSpPr>
        <p:spPr>
          <a:xfrm>
            <a:off x="0" y="4487325"/>
            <a:ext cx="9144000" cy="6564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156" name="Google Shape;156;p24"/>
          <p:cNvSpPr txBox="1"/>
          <p:nvPr>
            <p:ph type="title"/>
          </p:nvPr>
        </p:nvSpPr>
        <p:spPr>
          <a:xfrm>
            <a:off x="311700" y="155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314CB0"/>
                </a:solidFill>
              </a:rPr>
              <a:t>Placing Footprints</a:t>
            </a:r>
            <a:endParaRPr>
              <a:solidFill>
                <a:srgbClr val="314CB0"/>
              </a:solidFill>
            </a:endParaRPr>
          </a:p>
        </p:txBody>
      </p:sp>
      <p:pic>
        <p:nvPicPr>
          <p:cNvPr id="157" name="Google Shape;15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713" y="728300"/>
            <a:ext cx="5228570" cy="345422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4"/>
          <p:cNvSpPr/>
          <p:nvPr/>
        </p:nvSpPr>
        <p:spPr>
          <a:xfrm>
            <a:off x="5770900" y="835150"/>
            <a:ext cx="399900" cy="3903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/>
        </p:nvSpPr>
        <p:spPr>
          <a:xfrm>
            <a:off x="0" y="4487325"/>
            <a:ext cx="9144000" cy="6564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</a:rPr>
              <a:t>After selecting a component Press </a:t>
            </a:r>
            <a:r>
              <a:rPr lang="en" sz="2500">
                <a:solidFill>
                  <a:srgbClr val="FFFFFF"/>
                </a:solidFill>
              </a:rPr>
              <a:t>(R)</a:t>
            </a:r>
            <a:r>
              <a:rPr lang="en" sz="2500">
                <a:solidFill>
                  <a:srgbClr val="FFFFFF"/>
                </a:solidFill>
              </a:rPr>
              <a:t> to Rotate</a:t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311700" y="155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314CB0"/>
                </a:solidFill>
              </a:rPr>
              <a:t>Arrange Footprints</a:t>
            </a:r>
            <a:endParaRPr>
              <a:solidFill>
                <a:srgbClr val="314CB0"/>
              </a:solidFill>
            </a:endParaRPr>
          </a:p>
        </p:txBody>
      </p:sp>
      <p:pic>
        <p:nvPicPr>
          <p:cNvPr id="165" name="Google Shape;16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713" y="728300"/>
            <a:ext cx="5228570" cy="345422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5"/>
          <p:cNvSpPr/>
          <p:nvPr/>
        </p:nvSpPr>
        <p:spPr>
          <a:xfrm>
            <a:off x="5770900" y="835150"/>
            <a:ext cx="399900" cy="3903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7724" y="728300"/>
            <a:ext cx="5228549" cy="3484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/>
          <p:nvPr/>
        </p:nvSpPr>
        <p:spPr>
          <a:xfrm>
            <a:off x="0" y="4487325"/>
            <a:ext cx="9144000" cy="6564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</a:rPr>
              <a:t>Traces: Shortcut (X) &amp; Vias: (Ctrl+Shift+X)</a:t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173" name="Google Shape;173;p26"/>
          <p:cNvSpPr txBox="1"/>
          <p:nvPr>
            <p:ph type="title"/>
          </p:nvPr>
        </p:nvSpPr>
        <p:spPr>
          <a:xfrm>
            <a:off x="311700" y="155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314CB0"/>
                </a:solidFill>
              </a:rPr>
              <a:t>Place Traces</a:t>
            </a:r>
            <a:endParaRPr>
              <a:solidFill>
                <a:srgbClr val="314CB0"/>
              </a:solidFill>
            </a:endParaRPr>
          </a:p>
        </p:txBody>
      </p:sp>
      <p:pic>
        <p:nvPicPr>
          <p:cNvPr id="174" name="Google Shape;17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713" y="728300"/>
            <a:ext cx="5228570" cy="34542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6"/>
          <p:cNvSpPr/>
          <p:nvPr/>
        </p:nvSpPr>
        <p:spPr>
          <a:xfrm>
            <a:off x="5770900" y="835150"/>
            <a:ext cx="399900" cy="3903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7724" y="728300"/>
            <a:ext cx="5228549" cy="348484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6"/>
          <p:cNvSpPr/>
          <p:nvPr/>
        </p:nvSpPr>
        <p:spPr>
          <a:xfrm>
            <a:off x="5958909" y="1599650"/>
            <a:ext cx="399900" cy="7287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/>
          <p:nvPr/>
        </p:nvSpPr>
        <p:spPr>
          <a:xfrm>
            <a:off x="0" y="4487325"/>
            <a:ext cx="9144000" cy="6564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</a:rPr>
              <a:t>Traces: Shortcut (X) &amp; Vias: (Ctrl+Shift+X)</a:t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183" name="Google Shape;183;p27"/>
          <p:cNvSpPr txBox="1"/>
          <p:nvPr>
            <p:ph type="title"/>
          </p:nvPr>
        </p:nvSpPr>
        <p:spPr>
          <a:xfrm>
            <a:off x="311700" y="155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314CB0"/>
                </a:solidFill>
              </a:rPr>
              <a:t>Place Traces</a:t>
            </a:r>
            <a:endParaRPr>
              <a:solidFill>
                <a:srgbClr val="314CB0"/>
              </a:solidFill>
            </a:endParaRPr>
          </a:p>
        </p:txBody>
      </p:sp>
      <p:pic>
        <p:nvPicPr>
          <p:cNvPr id="184" name="Google Shape;184;p27"/>
          <p:cNvPicPr preferRelativeResize="0"/>
          <p:nvPr/>
        </p:nvPicPr>
        <p:blipFill rotWithShape="1">
          <a:blip r:embed="rId3">
            <a:alphaModFix/>
          </a:blip>
          <a:srcRect b="0" l="0" r="49528" t="0"/>
          <a:stretch/>
        </p:blipFill>
        <p:spPr>
          <a:xfrm>
            <a:off x="1839500" y="1077575"/>
            <a:ext cx="5465001" cy="298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7"/>
          <p:cNvSpPr/>
          <p:nvPr/>
        </p:nvSpPr>
        <p:spPr>
          <a:xfrm>
            <a:off x="1661125" y="1987250"/>
            <a:ext cx="1738500" cy="1256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7"/>
          <p:cNvSpPr/>
          <p:nvPr/>
        </p:nvSpPr>
        <p:spPr>
          <a:xfrm>
            <a:off x="4035800" y="2282950"/>
            <a:ext cx="1738500" cy="423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7"/>
          <p:cNvSpPr/>
          <p:nvPr/>
        </p:nvSpPr>
        <p:spPr>
          <a:xfrm>
            <a:off x="4035800" y="2668325"/>
            <a:ext cx="1738500" cy="423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7"/>
          <p:cNvSpPr txBox="1"/>
          <p:nvPr/>
        </p:nvSpPr>
        <p:spPr>
          <a:xfrm>
            <a:off x="1176500" y="2316300"/>
            <a:ext cx="6630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Via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4058300" y="1854275"/>
            <a:ext cx="16935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highlight>
                  <a:srgbClr val="FF0000"/>
                </a:highlight>
              </a:rPr>
              <a:t>Front Copper</a:t>
            </a:r>
            <a:endParaRPr sz="1800">
              <a:solidFill>
                <a:schemeClr val="lt1"/>
              </a:solidFill>
              <a:highlight>
                <a:srgbClr val="FF0000"/>
              </a:highlight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4058300" y="3031025"/>
            <a:ext cx="16935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highlight>
                  <a:srgbClr val="FF0000"/>
                </a:highlight>
              </a:rPr>
              <a:t>Back </a:t>
            </a:r>
            <a:r>
              <a:rPr lang="en" sz="1800">
                <a:solidFill>
                  <a:schemeClr val="lt1"/>
                </a:solidFill>
                <a:highlight>
                  <a:srgbClr val="FF0000"/>
                </a:highlight>
              </a:rPr>
              <a:t>Copper</a:t>
            </a:r>
            <a:endParaRPr sz="1800">
              <a:solidFill>
                <a:schemeClr val="lt1"/>
              </a:solidFill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/>
          <p:nvPr/>
        </p:nvSpPr>
        <p:spPr>
          <a:xfrm>
            <a:off x="0" y="4487325"/>
            <a:ext cx="9144000" cy="6564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196" name="Google Shape;196;p28"/>
          <p:cNvSpPr txBox="1"/>
          <p:nvPr>
            <p:ph type="title"/>
          </p:nvPr>
        </p:nvSpPr>
        <p:spPr>
          <a:xfrm>
            <a:off x="311700" y="155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314CB0"/>
                </a:solidFill>
              </a:rPr>
              <a:t>Placing Cut Lines</a:t>
            </a:r>
            <a:endParaRPr>
              <a:solidFill>
                <a:srgbClr val="314CB0"/>
              </a:solidFill>
            </a:endParaRPr>
          </a:p>
        </p:txBody>
      </p:sp>
      <p:pic>
        <p:nvPicPr>
          <p:cNvPr id="197" name="Google Shape;19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0700" y="880700"/>
            <a:ext cx="5182602" cy="345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8"/>
          <p:cNvSpPr/>
          <p:nvPr/>
        </p:nvSpPr>
        <p:spPr>
          <a:xfrm>
            <a:off x="6005400" y="2592350"/>
            <a:ext cx="282900" cy="1256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8"/>
          <p:cNvSpPr/>
          <p:nvPr/>
        </p:nvSpPr>
        <p:spPr>
          <a:xfrm>
            <a:off x="6288300" y="2659750"/>
            <a:ext cx="548400" cy="165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/>
          <p:nvPr/>
        </p:nvSpPr>
        <p:spPr>
          <a:xfrm>
            <a:off x="0" y="4487325"/>
            <a:ext cx="9144000" cy="6564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205" name="Google Shape;205;p29"/>
          <p:cNvSpPr txBox="1"/>
          <p:nvPr>
            <p:ph type="title"/>
          </p:nvPr>
        </p:nvSpPr>
        <p:spPr>
          <a:xfrm>
            <a:off x="311700" y="155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314CB0"/>
                </a:solidFill>
              </a:rPr>
              <a:t>3D Viewer</a:t>
            </a:r>
            <a:endParaRPr>
              <a:solidFill>
                <a:srgbClr val="314CB0"/>
              </a:solidFill>
            </a:endParaRPr>
          </a:p>
        </p:txBody>
      </p:sp>
      <p:pic>
        <p:nvPicPr>
          <p:cNvPr id="206" name="Google Shape;20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0700" y="880700"/>
            <a:ext cx="5182602" cy="345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9"/>
          <p:cNvSpPr/>
          <p:nvPr/>
        </p:nvSpPr>
        <p:spPr>
          <a:xfrm>
            <a:off x="5897575" y="2511475"/>
            <a:ext cx="282900" cy="1256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9"/>
          <p:cNvSpPr/>
          <p:nvPr/>
        </p:nvSpPr>
        <p:spPr>
          <a:xfrm>
            <a:off x="6288300" y="2659750"/>
            <a:ext cx="548400" cy="165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0700" y="880700"/>
            <a:ext cx="5182602" cy="345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9"/>
          <p:cNvSpPr/>
          <p:nvPr/>
        </p:nvSpPr>
        <p:spPr>
          <a:xfrm>
            <a:off x="5596000" y="959425"/>
            <a:ext cx="386400" cy="422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/>
          <p:nvPr/>
        </p:nvSpPr>
        <p:spPr>
          <a:xfrm>
            <a:off x="0" y="4487325"/>
            <a:ext cx="9144000" cy="6564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216" name="Google Shape;216;p30"/>
          <p:cNvSpPr txBox="1"/>
          <p:nvPr>
            <p:ph type="title"/>
          </p:nvPr>
        </p:nvSpPr>
        <p:spPr>
          <a:xfrm>
            <a:off x="311700" y="155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314CB0"/>
                </a:solidFill>
              </a:rPr>
              <a:t>3D Viewer</a:t>
            </a:r>
            <a:endParaRPr>
              <a:solidFill>
                <a:srgbClr val="314CB0"/>
              </a:solidFill>
            </a:endParaRPr>
          </a:p>
        </p:txBody>
      </p:sp>
      <p:pic>
        <p:nvPicPr>
          <p:cNvPr id="217" name="Google Shape;2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0700" y="880700"/>
            <a:ext cx="5182602" cy="345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0"/>
          <p:cNvSpPr/>
          <p:nvPr/>
        </p:nvSpPr>
        <p:spPr>
          <a:xfrm>
            <a:off x="5897575" y="2511475"/>
            <a:ext cx="282900" cy="1256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0"/>
          <p:cNvSpPr/>
          <p:nvPr/>
        </p:nvSpPr>
        <p:spPr>
          <a:xfrm>
            <a:off x="6288300" y="2659750"/>
            <a:ext cx="548400" cy="165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0700" y="880700"/>
            <a:ext cx="5182602" cy="345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0"/>
          <p:cNvSpPr/>
          <p:nvPr/>
        </p:nvSpPr>
        <p:spPr>
          <a:xfrm>
            <a:off x="5596000" y="959425"/>
            <a:ext cx="386400" cy="422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0698" y="880700"/>
            <a:ext cx="5182602" cy="345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